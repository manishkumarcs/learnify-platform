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040"/>
                </a:solidFill>
              </a:rPr>
              <a:t>EduLearn - Professional E-Learning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4860"/>
                </a:solidFill>
              </a:rPr>
              <a:t>AI-powered exams, insights, and personalized learning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73"/>
                </a:solidFill>
              </a:rPr>
              <a:t>Team: Manish Kumar, Akash Kumar, Manoj Kumar, Shiva Jadoun, Amit Saraswat, Somdatt Verma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Traditional learning lacks personalization and deep analytics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Hard to identify strengths/weaknesses for targeted improvement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Admins require efficient management and oversight tools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Solution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Next.js platform with role-based auth and secure APIs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Exam engine with reporting, charts, and ML analysis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Modern, responsive UI for students and admins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Architecture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Next.js App Router for pages and APIs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JWT-based authentication with middleware protection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MongoDB-ready models and services (planned integration)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Tech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Next.js, React, TypeScript, Tailwind CSS, shadcn/ui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Recharts for visualizations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JWT auth, Node services, MongoDB (planned)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Authentication &amp; RBAC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Signup/Login with form validation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JWT issuance/verification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Role-based route protection (Admin/Student)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Secure middleware for API and pages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Keeps accounts secure and scoped to the right role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Smooth sign-in flow builds trust and speed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Prevents unauthorized access and data leaks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Auditable, maintainable security boundary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Exam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Timed exams with progress tracking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Question navigation and state restore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Auto scoring hooks and persistence models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Practice sections (Aptitude/DSA/CS/Reasoning)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Realistic exam experience boosts readiness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No loss on refresh or disconnect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Fast feedback for learning loops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Targeted practice by category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Reports &amp;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Charts and breakdowns by category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Attempt history and comparisons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Strength/weakness highlights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Export-ready summary 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Visual feedback makes performance obvious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Shows progress over time for motivation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Helps plan next steps efficiently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Easy to share with mentors/admins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Student Experience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Personalized dashboard and learning paths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Responsive UI with accessible components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Notifications and toasts for key actions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Content library and practice modules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Clear next actions reduce confusion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Works great on mobile and desktop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Keeps users informed without friction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One place for study and practice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Admin Tools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CRUD for students, exams, questions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Role management and settings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Bulk operations and email triggers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Dashboards for oversight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Saves time managing large cohorts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Reduces human error through workflows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Automates communication at scale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Quickly spots issues and trends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Email &amp; Notifications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Registration and password reset emails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Result and report notifications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Provider-agnostic setup (SendGrid/Mailgun)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Users stay updated on critical actions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Encourages return and course completion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Easy to switch providers when needed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ML Personalization (Planned)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Category-wise performance analytics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Level classification (Beginner/Intermediate/Advanced)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Personalized learning recommendations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Adaptive learning path generation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Improves outcomes with tailored insights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Focuses effort where it matters most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Provides clear guidance after every attempt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Saves time by removing guesswork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Security &amp; Authentication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JWT issuance/verification and secure password hashing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Role-Based Access Control (RBAC) on routes and APIs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Centralized logging and security utilities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ML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Category-wise performance and recommendations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Strength/weakness detection and level classification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Learning path suggestions based on results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Landing Page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Auth - Login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auth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Auth - Signup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auth-sign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Student Dashboard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studen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Student Exams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student-ex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Reports &amp; Charts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Admin Dashboard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Team &amp; Work Allocation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Primary Modules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Responsibilities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Manish Kumar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Auth, RBAC, Security, Middleware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Auth flows, JWT, route protection, RBAC guards, security utils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Akash Kumar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Exam Engine, Reports, ML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Exam attempts, scoring, ML analysis, report visuals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Manoj Kumar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Admin CRUD, Email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Admin CRUD pages/APIs, email notifications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Shiva Jadoun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Student Dashboard &amp; UX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Student flows, dashboard, responsive UX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Amit Saraswat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QA, CI, Docs, Seed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Test data, CI workflows, docs, .env.example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Somdatt Verma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UI Polish, A11y, Content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Responsive polish, accessibility, assets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Progress vs. Next Steps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Next Steps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Scaffolding &amp; UI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Completed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Polish and tidy components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Landing &amp; Auth UI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Completed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Finalize backend auth flow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Middleware &amp; RBAC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 Progress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Refine role checks and tokens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Student Modules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 Progress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Wire to APIs and data models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Admin Dashboard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 Progress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Complete CRUD and validations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Reports &amp; Charts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 Progress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Connect to ML and persistence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ML Integration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Implement data pipeline and outputs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Email Integration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Configure provider keys, test flows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Testing &amp; CI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Add workflows, minimal tests, lint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Roadmap &amp;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Implement full auth backend and RBAC guards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Complete Admin CRUD and Student data wiring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Integrate ML analysis end-to-end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Add CI, tests, and deployment (Vercel)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Prepare demo walkthrough and documentation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2025-11-14T05:10:25Z</dcterms:created>
  <dcterms:modified xsi:type="dcterms:W3CDTF">2025-11-14T05:10:25Z</dcterms:modified>
</cp:coreProperties>
</file>