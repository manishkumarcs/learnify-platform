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3040"/>
                </a:solidFill>
              </a:rPr>
              <a:t>EduLearn - Professional E-Learning Platform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04860"/>
                </a:solidFill>
              </a:rPr>
              <a:t>AI-powered exams, insights, and personalized learning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05A73"/>
                </a:solidFill>
              </a:rPr>
              <a:t>Team: Manish Kumar, Akash Kumar, Manoj Kumar, Shiva Jadoun, Amit Saraswat, Somdatt Verma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Problem Statement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Traditional learning lacks personalization and deep analytics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Hard to identify strengths/weaknesses for targeted improvement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Admins require efficient management and oversight tools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Solution Overview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Next.js platform with role-based auth and secure APIs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Exam engine with reporting, charts, and ML analysis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Modern, responsive UI for students and admins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Architecture Overview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Next.js App Router for pages and APIs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JWT-based authentication with middleware protection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MongoDB-ready models and services (planned integration)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Tech Stack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Next.js, React, TypeScript, Tailwind CSS, shadcn/ui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Recharts for visualizations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JWT auth, Node services, MongoDB (planned)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Security &amp; Authentication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JWT issuance/verification and secure password hashing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Role-Based Access Control (RBAC) on routes and APIs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Centralized logging and security utilities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ML Analysis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Category-wise performance and recommendations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Strength/weakness detection and level classification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Learning path suggestions based on results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Landing Page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Auth - Login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auth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Auth - Signup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auth-sign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Student Dashboard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studen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Student Exams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student-ex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Reports &amp; Charts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Admin Dashboard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admi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Team &amp; Work Allocation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Name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Primary Modules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Responsibilities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Manish Kumar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Auth, RBAC, Security, Middleware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Auth flows, JWT, route protection, RBAC guards, security utils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Akash Kumar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Exam Engine, Reports, ML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Exam attempts, scoring, ML analysis, report visuals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Manoj Kumar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Admin CRUD, Email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Admin CRUD pages/APIs, email notifications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Shiva Jadoun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Student Dashboard &amp; UX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Student flows, dashboard, responsive UX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Amit Saraswat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QA, CI, Docs, Seed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Test data, CI workflows, docs, .env.example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Somdatt Verma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UI Polish, A11y, Content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Responsive polish, accessibility, assets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Progress vs. Next Steps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Area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Next Steps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Scaffolding &amp; UI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Completed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Polish and tidy components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Landing &amp; Auth UI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Completed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Finalize backend auth flow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Middleware &amp; RBAC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Refine role checks and tokens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Student Modules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Wire to APIs and data models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Admin Dashboard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Complete CRUD and validations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Reports &amp; Charts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Connect to ML and persistence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ML Integration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Pending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Implement data pipeline and outputs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Email Integration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Pending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Configure provider keys, test flows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Testing &amp; CI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Pending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Add workflows, minimal tests, lint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40"/>
                </a:solidFill>
              </a:rPr>
              <a:t>Roadmap &amp; Deployment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Implement full auth backend and RBAC guards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Complete Admin CRUD and Student data wiring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Integrate ML analysis end-to-end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Add CI, tests, and deployment (Vercel)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</a:rPr>
              <a:t>• Prepare demo walkthrough and documentation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2025-11-14T05:04:38Z</dcterms:created>
  <dcterms:modified xsi:type="dcterms:W3CDTF">2025-11-14T05:04:38Z</dcterms:modified>
</cp:coreProperties>
</file>