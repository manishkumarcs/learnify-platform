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member presents their module responsibilities and contributions as per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auth flow, token lifecycle, RBAC rules, and how middleware protects pages and APIs.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attempt → submit → analyze; highlight data structures and report visuals.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admin flows and when emails are triggered for lifecycle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ease of navigation and responsiveness across devices.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reliability: automated checks, minimal tests, and documentation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before/after polish screens; mention a11y considerations.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040"/>
                </a:solidFill>
              </a:rPr>
              <a:t>EduLearn - Professional E-Learning Platform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04860"/>
                </a:solidFill>
              </a:rPr>
              <a:t>AI-powered exams, insights, and personalized learning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05A73"/>
                </a:solidFill>
              </a:rPr>
              <a:t>Team: Manish Kumar, Akash Kumar, Manoj Kumar, Shiva Jadoun, Amit Saraswat, Somdatt Verma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Agenda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Problem and Solution Overview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Architecture and Tech Stack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Features and User Benefits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Live Screens and Demo Flow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Team &amp; Work Allocation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Progress, KPIs, Roadmap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Q&amp;A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Traditional learning lacks personalization and deep analytics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Hard to identify strengths/weaknesses for targeted improvement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Admins require efficient management and oversight tools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Solution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Next.js platform with role-based auth and secure APIs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Exam engine with reporting, charts, and ML analysis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Modern, responsive UI for students and admins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Architecture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Next.js App Router for pages and APIs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JWT-based authentication with middleware protection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MongoDB-ready models and services (planned integration)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Tech Stack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Next.js, React, TypeScript, Tailwind CSS, shadcn/ui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Recharts for visualizations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JWT auth, Node services, MongoDB (planned)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Authentication &amp; RBAC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</a:rPr>
              <a:t>What it includes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Signup/Login with form validation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JWT issuance/verification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Role-based route protection (Admin/Student)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Secure middleware for API and pages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634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</a:rPr>
              <a:t>How it helps users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63440" y="15544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Keeps accounts secure and scoped to the right role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Smooth sign-in flow builds trust and speed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Prevents unauthorized access and data leaks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Auditable, maintainable security boundary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Exam Engine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</a:rPr>
              <a:t>What it includes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Timed exams with progress tracking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Question navigation and state restore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Auto scoring hooks and persistence models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Practice sections (Aptitude/DSA/CS/Reasoning)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634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</a:rPr>
              <a:t>How it helps users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63440" y="15544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Realistic exam experience boosts readiness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No loss on refresh or disconnect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Fast feedback for learning loops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Targeted practice by category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Reports &amp; Analytics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</a:rPr>
              <a:t>What it includes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Charts and breakdowns by category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Attempt history and comparisons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Strength/weakness highlights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Export-ready summary 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634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</a:rPr>
              <a:t>How it helps users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63440" y="15544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Visual feedback makes performance obvious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Shows progress over time for motivation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Helps plan next steps efficiently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Easy to share with mentors/admins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Student Experience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</a:rPr>
              <a:t>What it includes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Personalized dashboard and learning paths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Responsive UI with accessible components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Notifications and toasts for key actions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Content library and practice modules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634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</a:rPr>
              <a:t>How it helps users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63440" y="15544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Clear next actions reduce confusion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Works great on mobile and desktop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Keeps users informed without friction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One place for study and practice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Admin Tools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</a:rPr>
              <a:t>What it includes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CRUD for students, exams, questions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Role management and settings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Bulk operations and email triggers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Dashboards for oversight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634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</a:rPr>
              <a:t>How it helps users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63440" y="15544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Saves time managing large cohorts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Reduces human error through workflows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Automates communication at scale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Quickly spots issues and trends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Email &amp; Notifications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</a:rPr>
              <a:t>What it includes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Registration and password reset emails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Result and report notifications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Provider-agnostic setup (SendGrid/Mailgun)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634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</a:rPr>
              <a:t>How it helps users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63440" y="15544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Users stay updated on critical actions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Encourages return and course completion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Easy to switch providers when needed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ML Personalization (Planned)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</a:rPr>
              <a:t>What it includes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Category-wise performance analytics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Level classification (Beginner/Intermediate/Advanced)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Personalized learning recommendations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Adaptive learning path generation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6634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B49"/>
                </a:solidFill>
              </a:rPr>
              <a:t>How it helps users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63440" y="155448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Improves outcomes with tailored insights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Focuses effort where it matters most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Provides clear guidance after every attempt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</a:rPr>
              <a:t>• Saves time by removing guesswork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Security &amp; Authentication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JWT issuance/verification and secure password hashing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Role-Based Access Control (RBAC) on routes and APIs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Centralized logging and security utilities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ML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Category-wise performance and recommendations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Strength/weakness detection and level classification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Learning path suggestions based on results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Landing Page</a:t>
            </a:r>
            <a:endParaRPr lang="en-US" sz="2600" dirty="0"/>
          </a:p>
        </p:txBody>
      </p:sp>
      <p:pic>
        <p:nvPicPr>
          <p:cNvPr id="3" name="Image 0" descr="C:\Users\manis\Downloads\e-learning platform\docs\screenshots\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Auth - Login</a:t>
            </a:r>
            <a:endParaRPr lang="en-US" sz="2600" dirty="0"/>
          </a:p>
        </p:txBody>
      </p:sp>
      <p:pic>
        <p:nvPicPr>
          <p:cNvPr id="3" name="Image 0" descr="C:\Users\manis\Downloads\e-learning platform\docs\screenshots\auth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Auth - Signup</a:t>
            </a:r>
            <a:endParaRPr lang="en-US" sz="2600" dirty="0"/>
          </a:p>
        </p:txBody>
      </p:sp>
      <p:pic>
        <p:nvPicPr>
          <p:cNvPr id="3" name="Image 0" descr="C:\Users\manis\Downloads\e-learning platform\docs\screenshots\auth-sign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Student Dashboard</a:t>
            </a:r>
            <a:endParaRPr lang="en-US" sz="2600" dirty="0"/>
          </a:p>
        </p:txBody>
      </p:sp>
      <p:pic>
        <p:nvPicPr>
          <p:cNvPr id="3" name="Image 0" descr="C:\Users\manis\Downloads\e-learning platform\docs\screenshots\student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Student Exams</a:t>
            </a:r>
            <a:endParaRPr lang="en-US" sz="2600" dirty="0"/>
          </a:p>
        </p:txBody>
      </p:sp>
      <p:pic>
        <p:nvPicPr>
          <p:cNvPr id="3" name="Image 0" descr="C:\Users\manis\Downloads\e-learning platform\docs\screenshots\student-exa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Reports &amp; Charts</a:t>
            </a:r>
            <a:endParaRPr lang="en-US" sz="2600" dirty="0"/>
          </a:p>
        </p:txBody>
      </p:sp>
      <p:pic>
        <p:nvPicPr>
          <p:cNvPr id="3" name="Image 0" descr="C:\Users\manis\Downloads\e-learning platform\docs\screenshots\re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Admin Dashboard</a:t>
            </a:r>
            <a:endParaRPr lang="en-US" sz="2600" dirty="0"/>
          </a:p>
        </p:txBody>
      </p:sp>
      <p:pic>
        <p:nvPicPr>
          <p:cNvPr id="3" name="Image 0" descr="C:\Users\manis\Downloads\e-learning platform\docs\screenshots\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Demo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1) Landing → explore features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2) Auth → login/signup as role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3) Student Dashboard → review modules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4) Exams → attempt and submit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5) Reports → view insights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6) Admin → manage students/exams/questions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Team &amp; Work Allocation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Name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Primary Modules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Responsibilities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Manish Kumar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Auth, RBAC, Security, Middleware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Auth flows, JWT, route protection, RBAC guards, security utils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Akash Kumar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Exam Engine, Reports, ML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Exam attempts, scoring, ML analysis, report visuals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Manoj Kumar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Admin CRUD, Email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Admin CRUD pages/APIs, email notifications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Shiva Jadoun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Student Dashboard &amp; UX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Student flows, dashboard, responsive UX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Amit Saraswat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QA, CI, Docs, Seed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Test data, CI workflows, docs, .env.example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Somdatt Verma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UI Polish, A11y, Content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Responsive polish, accessibility, assets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Manish Kumar — Auth &amp; Security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JWT issuance/verification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RBAC policies and route guards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Middleware protection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Security utilities and logging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Akash Kumar — Exam Engine &amp; Reports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Exam attempt lifecycle and state restore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Scoring hooks and models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Charts and report generation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ML integration plan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Manoj Kumar — Admin &amp; Email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CRUD: students, exams, questions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Admin dashboards and settings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Email notifications (registration/results)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Shiva Jadoun — Student UX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Dashboard and learning paths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Responsive components and states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Navigation &amp; feedback (toasts/alerts)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Amit Saraswat — QA &amp; CI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Seed/test data preparation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Lint/build workflows on PRs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Docs and .env.example maintenance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Somdatt Verma — UI Polish &amp; A11y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Responsive polish and theming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Accessibility checks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Content assets management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Progress vs. Next Steps</a:t>
            </a:r>
            <a:endParaRPr lang="en-US" sz="2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Area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Next Steps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Scaffolding &amp; UI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Completed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Polish and tidy components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Landing &amp; Auth UI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Completed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Finalize backend auth flow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Middleware &amp; RBAC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In Progress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Refine role checks and tokens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Student Modules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In Progress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Wire to APIs and data models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Admin Dashboard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In Progress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Complete CRUD and validations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Reports &amp; Charts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In Progress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Connect to ML and persistence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ML Integration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Implement data pipeline and outputs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Email Integration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Configure provider keys, test flows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Testing &amp; CI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Add workflows, minimal tests, lint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KPIs &amp; Success Metrics</a:t>
            </a:r>
            <a:endParaRPr lang="en-US" sz="26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Metric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Target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Why It Matters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Monthly Active Users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500+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Adoption and engagement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Exam Completion Rate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≥ 75%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Stickiness and flow quality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Avg. Score Improvement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+10%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Learning impact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Report Views per User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≥ 3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Insight consumption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7-day Retention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≥ 40%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Habit formation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Timeline</a:t>
            </a:r>
            <a:endParaRPr lang="en-US" sz="26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Phase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Scope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Window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Phase 1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Auth, UI scaffolding, basic exams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Week 1–2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Phase 2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Admin CRUD, student flows, reports UI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Week 3–4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Phase 3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ML integration, email, polish &amp; CI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Week 5–6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Risks &amp; Mitigations</a:t>
            </a:r>
            <a:endParaRPr lang="en-US" sz="26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Risk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Impact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</a:rPr>
                        <a:t>Mitigation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Data security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RBAC, validation, secure storage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Exam integrity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Timers, session checks, proctoring roadmap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Scale/performance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Caching, indexes, monitoring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Email delivery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Low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Provider retries, fallbacks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ML data quality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</a:rPr>
                        <a:t>Validation &amp; continuous evaluation</a:t>
                      </a:r>
                      <a:endParaRPr lang="en-US" sz="14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Testing &amp; CI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ESLint/type checks on PRs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Build and smoke tests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Planned e2e for key flows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Accessibility &amp; Performance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Keyboard navigation and ARIA labels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Color contrast and focus states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Lighthouse performance targets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Roadmap &amp; Deployment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Implement full auth backend and RBAC guards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Complete Admin CRUD and Student data wiring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Integrate ML analysis end-to-end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Add CI, tests, and deployment (Vercel)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Prepare demo walkthrough and documentation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40"/>
                </a:solidFill>
              </a:rPr>
              <a:t>Summary &amp; Ask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Delivering a secure, insightful e-learning experience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Clear roadmap and measurable KPIs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Feedback on ML scope and deployment plan appreciated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2025-11-14T05:31:30Z</dcterms:created>
  <dcterms:modified xsi:type="dcterms:W3CDTF">2025-11-14T05:31:30Z</dcterms:modified>
</cp:coreProperties>
</file>